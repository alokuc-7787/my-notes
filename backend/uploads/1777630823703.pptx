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 /><Relationship Id="rId7" Type="http://schemas.microsoft.com/office/2016/11/relationships/changesInfo" Target="changesInfos/changesInfo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okuc123@gmail.com" userId="ae804504f61fd2c4" providerId="LiveId" clId="{1678D27C-E2C5-534B-8A30-E9D20CD986AF}"/>
    <pc:docChg chg="custSel mod modSld modMainMaster setSldSz">
      <pc:chgData name="alokuc123@gmail.com" userId="ae804504f61fd2c4" providerId="LiveId" clId="{1678D27C-E2C5-534B-8A30-E9D20CD986AF}" dt="2024-01-15T16:28:06.879" v="4" actId="3680"/>
      <pc:docMkLst>
        <pc:docMk/>
      </pc:docMkLst>
      <pc:sldChg chg="addSp mod setBg">
        <pc:chgData name="alokuc123@gmail.com" userId="ae804504f61fd2c4" providerId="LiveId" clId="{1678D27C-E2C5-534B-8A30-E9D20CD986AF}" dt="2024-01-15T16:28:06.879" v="4" actId="3680"/>
        <pc:sldMkLst>
          <pc:docMk/>
          <pc:sldMk cId="3246410169" sldId="256"/>
        </pc:sldMkLst>
        <pc:graphicFrameChg chg="add">
          <ac:chgData name="alokuc123@gmail.com" userId="ae804504f61fd2c4" providerId="LiveId" clId="{1678D27C-E2C5-534B-8A30-E9D20CD986AF}" dt="2024-01-15T16:28:06.879" v="4" actId="3680"/>
          <ac:graphicFrameMkLst>
            <pc:docMk/>
            <pc:sldMk cId="3246410169" sldId="256"/>
            <ac:graphicFrameMk id="4" creationId="{1EFB602C-7778-4B87-C4CE-7A2561804945}"/>
          </ac:graphicFrameMkLst>
        </pc:graphicFrameChg>
      </pc:sldChg>
      <pc:sldMasterChg chg="modSp modSldLayout">
        <pc:chgData name="alokuc123@gmail.com" userId="ae804504f61fd2c4" providerId="LiveId" clId="{1678D27C-E2C5-534B-8A30-E9D20CD986AF}" dt="2024-01-15T16:27:35.219" v="1" actId="26743"/>
        <pc:sldMasterMkLst>
          <pc:docMk/>
          <pc:sldMasterMk cId="42539090" sldId="2147483648"/>
        </pc:sldMasterMkLst>
        <pc:spChg chg="mod">
          <ac:chgData name="alokuc123@gmail.com" userId="ae804504f61fd2c4" providerId="LiveId" clId="{1678D27C-E2C5-534B-8A30-E9D20CD986AF}" dt="2024-01-15T16:27:35.219" v="1" actId="26743"/>
          <ac:spMkLst>
            <pc:docMk/>
            <pc:sldMasterMk cId="42539090" sldId="2147483648"/>
            <ac:spMk id="2" creationId="{FE6BE9E8-B0B0-F282-09AF-3E9F84B7024C}"/>
          </ac:spMkLst>
        </pc:spChg>
        <pc:spChg chg="mod">
          <ac:chgData name="alokuc123@gmail.com" userId="ae804504f61fd2c4" providerId="LiveId" clId="{1678D27C-E2C5-534B-8A30-E9D20CD986AF}" dt="2024-01-15T16:27:35.219" v="1" actId="26743"/>
          <ac:spMkLst>
            <pc:docMk/>
            <pc:sldMasterMk cId="42539090" sldId="2147483648"/>
            <ac:spMk id="3" creationId="{EE801D1C-D325-2EE0-9C9D-B5C838EFA5CF}"/>
          </ac:spMkLst>
        </pc:spChg>
        <pc:spChg chg="mod">
          <ac:chgData name="alokuc123@gmail.com" userId="ae804504f61fd2c4" providerId="LiveId" clId="{1678D27C-E2C5-534B-8A30-E9D20CD986AF}" dt="2024-01-15T16:27:35.219" v="1" actId="26743"/>
          <ac:spMkLst>
            <pc:docMk/>
            <pc:sldMasterMk cId="42539090" sldId="2147483648"/>
            <ac:spMk id="4" creationId="{14CAD7C7-2279-F484-090B-4A12CB69CF06}"/>
          </ac:spMkLst>
        </pc:spChg>
        <pc:spChg chg="mod">
          <ac:chgData name="alokuc123@gmail.com" userId="ae804504f61fd2c4" providerId="LiveId" clId="{1678D27C-E2C5-534B-8A30-E9D20CD986AF}" dt="2024-01-15T16:27:35.219" v="1" actId="26743"/>
          <ac:spMkLst>
            <pc:docMk/>
            <pc:sldMasterMk cId="42539090" sldId="2147483648"/>
            <ac:spMk id="5" creationId="{6CB69F8A-A539-3B79-BD4A-60030AE89F95}"/>
          </ac:spMkLst>
        </pc:spChg>
        <pc:spChg chg="mod">
          <ac:chgData name="alokuc123@gmail.com" userId="ae804504f61fd2c4" providerId="LiveId" clId="{1678D27C-E2C5-534B-8A30-E9D20CD986AF}" dt="2024-01-15T16:27:35.219" v="1" actId="26743"/>
          <ac:spMkLst>
            <pc:docMk/>
            <pc:sldMasterMk cId="42539090" sldId="2147483648"/>
            <ac:spMk id="6" creationId="{A2D0736C-A7A8-928F-DE71-6893FFCA6DB8}"/>
          </ac:spMkLst>
        </pc:spChg>
        <pc:sldLayoutChg chg="modSp">
          <pc:chgData name="alokuc123@gmail.com" userId="ae804504f61fd2c4" providerId="LiveId" clId="{1678D27C-E2C5-534B-8A30-E9D20CD986AF}" dt="2024-01-15T16:27:35.219" v="1" actId="26743"/>
          <pc:sldLayoutMkLst>
            <pc:docMk/>
            <pc:sldMasterMk cId="42539090" sldId="2147483648"/>
            <pc:sldLayoutMk cId="404719030" sldId="2147483649"/>
          </pc:sldLayoutMkLst>
          <pc:spChg chg="mod">
            <ac:chgData name="alokuc123@gmail.com" userId="ae804504f61fd2c4" providerId="LiveId" clId="{1678D27C-E2C5-534B-8A30-E9D20CD986AF}" dt="2024-01-15T16:27:35.219" v="1" actId="26743"/>
            <ac:spMkLst>
              <pc:docMk/>
              <pc:sldMasterMk cId="42539090" sldId="2147483648"/>
              <pc:sldLayoutMk cId="404719030" sldId="2147483649"/>
              <ac:spMk id="2" creationId="{14404F33-8371-8DC2-CB8C-48A26317FDB0}"/>
            </ac:spMkLst>
          </pc:spChg>
          <pc:spChg chg="mod">
            <ac:chgData name="alokuc123@gmail.com" userId="ae804504f61fd2c4" providerId="LiveId" clId="{1678D27C-E2C5-534B-8A30-E9D20CD986AF}" dt="2024-01-15T16:27:35.219" v="1" actId="26743"/>
            <ac:spMkLst>
              <pc:docMk/>
              <pc:sldMasterMk cId="42539090" sldId="2147483648"/>
              <pc:sldLayoutMk cId="404719030" sldId="2147483649"/>
              <ac:spMk id="3" creationId="{9B496FE7-990A-FE73-9989-8726A482666F}"/>
            </ac:spMkLst>
          </pc:spChg>
        </pc:sldLayoutChg>
        <pc:sldLayoutChg chg="modSp">
          <pc:chgData name="alokuc123@gmail.com" userId="ae804504f61fd2c4" providerId="LiveId" clId="{1678D27C-E2C5-534B-8A30-E9D20CD986AF}" dt="2024-01-15T16:27:35.219" v="1" actId="26743"/>
          <pc:sldLayoutMkLst>
            <pc:docMk/>
            <pc:sldMasterMk cId="42539090" sldId="2147483648"/>
            <pc:sldLayoutMk cId="448187148" sldId="2147483651"/>
          </pc:sldLayoutMkLst>
          <pc:spChg chg="mod">
            <ac:chgData name="alokuc123@gmail.com" userId="ae804504f61fd2c4" providerId="LiveId" clId="{1678D27C-E2C5-534B-8A30-E9D20CD986AF}" dt="2024-01-15T16:27:35.219" v="1" actId="26743"/>
            <ac:spMkLst>
              <pc:docMk/>
              <pc:sldMasterMk cId="42539090" sldId="2147483648"/>
              <pc:sldLayoutMk cId="448187148" sldId="2147483651"/>
              <ac:spMk id="2" creationId="{EF9C1389-EBB0-B869-8E1F-E5B99096C292}"/>
            </ac:spMkLst>
          </pc:spChg>
          <pc:spChg chg="mod">
            <ac:chgData name="alokuc123@gmail.com" userId="ae804504f61fd2c4" providerId="LiveId" clId="{1678D27C-E2C5-534B-8A30-E9D20CD986AF}" dt="2024-01-15T16:27:35.219" v="1" actId="26743"/>
            <ac:spMkLst>
              <pc:docMk/>
              <pc:sldMasterMk cId="42539090" sldId="2147483648"/>
              <pc:sldLayoutMk cId="448187148" sldId="2147483651"/>
              <ac:spMk id="3" creationId="{37F51461-E899-AE13-0150-BEAFB169FB4F}"/>
            </ac:spMkLst>
          </pc:spChg>
        </pc:sldLayoutChg>
        <pc:sldLayoutChg chg="modSp">
          <pc:chgData name="alokuc123@gmail.com" userId="ae804504f61fd2c4" providerId="LiveId" clId="{1678D27C-E2C5-534B-8A30-E9D20CD986AF}" dt="2024-01-15T16:27:35.219" v="1" actId="26743"/>
          <pc:sldLayoutMkLst>
            <pc:docMk/>
            <pc:sldMasterMk cId="42539090" sldId="2147483648"/>
            <pc:sldLayoutMk cId="1271882779" sldId="2147483652"/>
          </pc:sldLayoutMkLst>
          <pc:spChg chg="mod">
            <ac:chgData name="alokuc123@gmail.com" userId="ae804504f61fd2c4" providerId="LiveId" clId="{1678D27C-E2C5-534B-8A30-E9D20CD986AF}" dt="2024-01-15T16:27:35.219" v="1" actId="26743"/>
            <ac:spMkLst>
              <pc:docMk/>
              <pc:sldMasterMk cId="42539090" sldId="2147483648"/>
              <pc:sldLayoutMk cId="1271882779" sldId="2147483652"/>
              <ac:spMk id="3" creationId="{48AA8673-8E9D-3C4C-82DD-50D73679C558}"/>
            </ac:spMkLst>
          </pc:spChg>
          <pc:spChg chg="mod">
            <ac:chgData name="alokuc123@gmail.com" userId="ae804504f61fd2c4" providerId="LiveId" clId="{1678D27C-E2C5-534B-8A30-E9D20CD986AF}" dt="2024-01-15T16:27:35.219" v="1" actId="26743"/>
            <ac:spMkLst>
              <pc:docMk/>
              <pc:sldMasterMk cId="42539090" sldId="2147483648"/>
              <pc:sldLayoutMk cId="1271882779" sldId="2147483652"/>
              <ac:spMk id="4" creationId="{E650F53C-5412-5A98-D465-A3B3859FEF1F}"/>
            </ac:spMkLst>
          </pc:spChg>
        </pc:sldLayoutChg>
        <pc:sldLayoutChg chg="modSp">
          <pc:chgData name="alokuc123@gmail.com" userId="ae804504f61fd2c4" providerId="LiveId" clId="{1678D27C-E2C5-534B-8A30-E9D20CD986AF}" dt="2024-01-15T16:27:35.219" v="1" actId="26743"/>
          <pc:sldLayoutMkLst>
            <pc:docMk/>
            <pc:sldMasterMk cId="42539090" sldId="2147483648"/>
            <pc:sldLayoutMk cId="1898977103" sldId="2147483653"/>
          </pc:sldLayoutMkLst>
          <pc:spChg chg="mod">
            <ac:chgData name="alokuc123@gmail.com" userId="ae804504f61fd2c4" providerId="LiveId" clId="{1678D27C-E2C5-534B-8A30-E9D20CD986AF}" dt="2024-01-15T16:27:35.219" v="1" actId="26743"/>
            <ac:spMkLst>
              <pc:docMk/>
              <pc:sldMasterMk cId="42539090" sldId="2147483648"/>
              <pc:sldLayoutMk cId="1898977103" sldId="2147483653"/>
              <ac:spMk id="2" creationId="{C273CF6F-2225-8F05-68E0-AD60D52CF186}"/>
            </ac:spMkLst>
          </pc:spChg>
          <pc:spChg chg="mod">
            <ac:chgData name="alokuc123@gmail.com" userId="ae804504f61fd2c4" providerId="LiveId" clId="{1678D27C-E2C5-534B-8A30-E9D20CD986AF}" dt="2024-01-15T16:27:35.219" v="1" actId="26743"/>
            <ac:spMkLst>
              <pc:docMk/>
              <pc:sldMasterMk cId="42539090" sldId="2147483648"/>
              <pc:sldLayoutMk cId="1898977103" sldId="2147483653"/>
              <ac:spMk id="3" creationId="{FC50896F-9F6A-DCFE-3963-97E99BBB42BD}"/>
            </ac:spMkLst>
          </pc:spChg>
          <pc:spChg chg="mod">
            <ac:chgData name="alokuc123@gmail.com" userId="ae804504f61fd2c4" providerId="LiveId" clId="{1678D27C-E2C5-534B-8A30-E9D20CD986AF}" dt="2024-01-15T16:27:35.219" v="1" actId="26743"/>
            <ac:spMkLst>
              <pc:docMk/>
              <pc:sldMasterMk cId="42539090" sldId="2147483648"/>
              <pc:sldLayoutMk cId="1898977103" sldId="2147483653"/>
              <ac:spMk id="4" creationId="{F60C05FD-EDA6-59D4-84B4-53AAA8F477CD}"/>
            </ac:spMkLst>
          </pc:spChg>
          <pc:spChg chg="mod">
            <ac:chgData name="alokuc123@gmail.com" userId="ae804504f61fd2c4" providerId="LiveId" clId="{1678D27C-E2C5-534B-8A30-E9D20CD986AF}" dt="2024-01-15T16:27:35.219" v="1" actId="26743"/>
            <ac:spMkLst>
              <pc:docMk/>
              <pc:sldMasterMk cId="42539090" sldId="2147483648"/>
              <pc:sldLayoutMk cId="1898977103" sldId="2147483653"/>
              <ac:spMk id="5" creationId="{7EB4D39E-9410-7258-DED4-A5FD417B890B}"/>
            </ac:spMkLst>
          </pc:spChg>
          <pc:spChg chg="mod">
            <ac:chgData name="alokuc123@gmail.com" userId="ae804504f61fd2c4" providerId="LiveId" clId="{1678D27C-E2C5-534B-8A30-E9D20CD986AF}" dt="2024-01-15T16:27:35.219" v="1" actId="26743"/>
            <ac:spMkLst>
              <pc:docMk/>
              <pc:sldMasterMk cId="42539090" sldId="2147483648"/>
              <pc:sldLayoutMk cId="1898977103" sldId="2147483653"/>
              <ac:spMk id="6" creationId="{409596A6-ACA2-BF2C-8856-1DB34C24643E}"/>
            </ac:spMkLst>
          </pc:spChg>
        </pc:sldLayoutChg>
        <pc:sldLayoutChg chg="modSp">
          <pc:chgData name="alokuc123@gmail.com" userId="ae804504f61fd2c4" providerId="LiveId" clId="{1678D27C-E2C5-534B-8A30-E9D20CD986AF}" dt="2024-01-15T16:27:35.219" v="1" actId="26743"/>
          <pc:sldLayoutMkLst>
            <pc:docMk/>
            <pc:sldMasterMk cId="42539090" sldId="2147483648"/>
            <pc:sldLayoutMk cId="3819870760" sldId="2147483656"/>
          </pc:sldLayoutMkLst>
          <pc:spChg chg="mod">
            <ac:chgData name="alokuc123@gmail.com" userId="ae804504f61fd2c4" providerId="LiveId" clId="{1678D27C-E2C5-534B-8A30-E9D20CD986AF}" dt="2024-01-15T16:27:35.219" v="1" actId="26743"/>
            <ac:spMkLst>
              <pc:docMk/>
              <pc:sldMasterMk cId="42539090" sldId="2147483648"/>
              <pc:sldLayoutMk cId="3819870760" sldId="2147483656"/>
              <ac:spMk id="2" creationId="{E77CF1B5-4F53-DA0F-97AD-88F55F2BD306}"/>
            </ac:spMkLst>
          </pc:spChg>
          <pc:spChg chg="mod">
            <ac:chgData name="alokuc123@gmail.com" userId="ae804504f61fd2c4" providerId="LiveId" clId="{1678D27C-E2C5-534B-8A30-E9D20CD986AF}" dt="2024-01-15T16:27:35.219" v="1" actId="26743"/>
            <ac:spMkLst>
              <pc:docMk/>
              <pc:sldMasterMk cId="42539090" sldId="2147483648"/>
              <pc:sldLayoutMk cId="3819870760" sldId="2147483656"/>
              <ac:spMk id="3" creationId="{A996D7AB-C826-64EC-C9CF-5540FB4EAF57}"/>
            </ac:spMkLst>
          </pc:spChg>
          <pc:spChg chg="mod">
            <ac:chgData name="alokuc123@gmail.com" userId="ae804504f61fd2c4" providerId="LiveId" clId="{1678D27C-E2C5-534B-8A30-E9D20CD986AF}" dt="2024-01-15T16:27:35.219" v="1" actId="26743"/>
            <ac:spMkLst>
              <pc:docMk/>
              <pc:sldMasterMk cId="42539090" sldId="2147483648"/>
              <pc:sldLayoutMk cId="3819870760" sldId="2147483656"/>
              <ac:spMk id="4" creationId="{BF382870-8499-DA25-5E94-79DBA2330302}"/>
            </ac:spMkLst>
          </pc:spChg>
        </pc:sldLayoutChg>
        <pc:sldLayoutChg chg="modSp">
          <pc:chgData name="alokuc123@gmail.com" userId="ae804504f61fd2c4" providerId="LiveId" clId="{1678D27C-E2C5-534B-8A30-E9D20CD986AF}" dt="2024-01-15T16:27:35.219" v="1" actId="26743"/>
          <pc:sldLayoutMkLst>
            <pc:docMk/>
            <pc:sldMasterMk cId="42539090" sldId="2147483648"/>
            <pc:sldLayoutMk cId="2070329093" sldId="2147483657"/>
          </pc:sldLayoutMkLst>
          <pc:spChg chg="mod">
            <ac:chgData name="alokuc123@gmail.com" userId="ae804504f61fd2c4" providerId="LiveId" clId="{1678D27C-E2C5-534B-8A30-E9D20CD986AF}" dt="2024-01-15T16:27:35.219" v="1" actId="26743"/>
            <ac:spMkLst>
              <pc:docMk/>
              <pc:sldMasterMk cId="42539090" sldId="2147483648"/>
              <pc:sldLayoutMk cId="2070329093" sldId="2147483657"/>
              <ac:spMk id="2" creationId="{91AB62A9-93DF-BAAF-9719-AA40D9FBBEE2}"/>
            </ac:spMkLst>
          </pc:spChg>
          <pc:spChg chg="mod">
            <ac:chgData name="alokuc123@gmail.com" userId="ae804504f61fd2c4" providerId="LiveId" clId="{1678D27C-E2C5-534B-8A30-E9D20CD986AF}" dt="2024-01-15T16:27:35.219" v="1" actId="26743"/>
            <ac:spMkLst>
              <pc:docMk/>
              <pc:sldMasterMk cId="42539090" sldId="2147483648"/>
              <pc:sldLayoutMk cId="2070329093" sldId="2147483657"/>
              <ac:spMk id="3" creationId="{770F8489-4E41-7DB4-D232-7905C6B757B0}"/>
            </ac:spMkLst>
          </pc:spChg>
          <pc:spChg chg="mod">
            <ac:chgData name="alokuc123@gmail.com" userId="ae804504f61fd2c4" providerId="LiveId" clId="{1678D27C-E2C5-534B-8A30-E9D20CD986AF}" dt="2024-01-15T16:27:35.219" v="1" actId="26743"/>
            <ac:spMkLst>
              <pc:docMk/>
              <pc:sldMasterMk cId="42539090" sldId="2147483648"/>
              <pc:sldLayoutMk cId="2070329093" sldId="2147483657"/>
              <ac:spMk id="4" creationId="{76ABE124-517C-0ACB-9EA0-467462B4CF2A}"/>
            </ac:spMkLst>
          </pc:spChg>
        </pc:sldLayoutChg>
        <pc:sldLayoutChg chg="modSp">
          <pc:chgData name="alokuc123@gmail.com" userId="ae804504f61fd2c4" providerId="LiveId" clId="{1678D27C-E2C5-534B-8A30-E9D20CD986AF}" dt="2024-01-15T16:27:35.219" v="1" actId="26743"/>
          <pc:sldLayoutMkLst>
            <pc:docMk/>
            <pc:sldMasterMk cId="42539090" sldId="2147483648"/>
            <pc:sldLayoutMk cId="339223745" sldId="2147483659"/>
          </pc:sldLayoutMkLst>
          <pc:spChg chg="mod">
            <ac:chgData name="alokuc123@gmail.com" userId="ae804504f61fd2c4" providerId="LiveId" clId="{1678D27C-E2C5-534B-8A30-E9D20CD986AF}" dt="2024-01-15T16:27:35.219" v="1" actId="26743"/>
            <ac:spMkLst>
              <pc:docMk/>
              <pc:sldMasterMk cId="42539090" sldId="2147483648"/>
              <pc:sldLayoutMk cId="339223745" sldId="2147483659"/>
              <ac:spMk id="2" creationId="{408E71EA-218B-79D7-9EDC-1CD803C8CD6B}"/>
            </ac:spMkLst>
          </pc:spChg>
          <pc:spChg chg="mod">
            <ac:chgData name="alokuc123@gmail.com" userId="ae804504f61fd2c4" providerId="LiveId" clId="{1678D27C-E2C5-534B-8A30-E9D20CD986AF}" dt="2024-01-15T16:27:35.219" v="1" actId="26743"/>
            <ac:spMkLst>
              <pc:docMk/>
              <pc:sldMasterMk cId="42539090" sldId="2147483648"/>
              <pc:sldLayoutMk cId="339223745" sldId="2147483659"/>
              <ac:spMk id="3" creationId="{5EC9C800-700A-9A9B-0B99-F66DE1A7E6D4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04F33-8371-8DC2-CB8C-48A26317F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496FE7-990A-FE73-9989-8726A4826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7B9FF-3105-A315-1D87-BA088EFD4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8AA1E-889A-C243-8310-61686DBA9732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B038F-3C76-60CE-DDDE-5E0D4199D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5FD8C-C3AD-A866-7B65-98C1204FF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A9095-7E6C-9C44-A2EC-2940AE904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9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47031-6797-CB05-F220-C9CC547F1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A49D6-B3BB-8E13-BB6B-FAA046FFB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207F7-113D-D52E-C829-0095D5518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8AA1E-889A-C243-8310-61686DBA9732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7B15D-6507-BF5F-0ECE-CFF11A39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91608-9606-2DF0-1FEC-BE3A1E2FB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A9095-7E6C-9C44-A2EC-2940AE904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78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C1389-EBB0-B869-8E1F-E5B99096C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51461-E899-AE13-0150-BEAFB169F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D4C3-2BFD-792F-DB54-4A0C5E962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8AA1E-889A-C243-8310-61686DBA9732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FE86B-45B5-F1C8-91BC-38B5406FC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7D100-B80C-8CE3-3897-015C801C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A9095-7E6C-9C44-A2EC-2940AE904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87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197D8-DCD6-344A-F6D6-5F9C84C04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A8673-8E9D-3C4C-82DD-50D73679C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0F53C-5412-5A98-D465-A3B3859FE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BBDCCF-AD57-24DD-9201-B89D82B81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8AA1E-889A-C243-8310-61686DBA9732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43AAD-698C-6DDD-212B-4BAE5EFAF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BB885-F86D-C02E-6EC0-6EA89735D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A9095-7E6C-9C44-A2EC-2940AE904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882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3CF6F-2225-8F05-68E0-AD60D52CF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0896F-9F6A-DCFE-3963-97E99BBB4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0C05FD-EDA6-59D4-84B4-53AAA8F47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B4D39E-9410-7258-DED4-A5FD417B8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9596A6-ACA2-BF2C-8856-1DB34C246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54D40D-D421-101B-906C-1298DD17F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8AA1E-889A-C243-8310-61686DBA9732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9886CA-09A7-6C78-4977-FA78A048F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65DE6A-FF0F-59C3-9AD3-19841829B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A9095-7E6C-9C44-A2EC-2940AE904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77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4DAED-2C03-34FC-072C-24E394D0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A78E2B-EA7A-E542-C955-56D73C32F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8AA1E-889A-C243-8310-61686DBA9732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A57D7C-315A-D0F5-2165-98D5A1AE3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C8D02-7DB5-2FAE-7112-9B8E38C54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A9095-7E6C-9C44-A2EC-2940AE904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493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547C34-1EDA-B02D-6209-030FD57B8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8AA1E-889A-C243-8310-61686DBA9732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17832A-5865-3DB2-E327-272DBCBA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EA13A-24D8-85F0-23BE-95D7B7C92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A9095-7E6C-9C44-A2EC-2940AE904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CF1B5-4F53-DA0F-97AD-88F55F2BD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6D7AB-C826-64EC-C9CF-5540FB4EA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382870-8499-DA25-5E94-79DBA2330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EF3BE-86A5-DFE2-468A-56B2B8D40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8AA1E-889A-C243-8310-61686DBA9732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FF093-C49E-19BD-5A03-47A291FBD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D8109-BA31-1867-8FA0-95E4B42B3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A9095-7E6C-9C44-A2EC-2940AE904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70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B62A9-93DF-BAAF-9719-AA40D9FB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0F8489-4E41-7DB4-D232-7905C6B757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ABE124-517C-0ACB-9EA0-467462B4C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5C3F7-E7EB-9BB1-BA66-336599705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8AA1E-889A-C243-8310-61686DBA9732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880F-4F07-4C3C-254D-0C07E0E5C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D0982-C67F-7AAC-462D-8BFC30EB4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A9095-7E6C-9C44-A2EC-2940AE904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29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667B4-FA0F-8BBA-D457-D7B9A01E2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0FDC8C-ED33-8A3E-84C4-014866A55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92824-7EBE-9AF0-364E-74447204F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8AA1E-889A-C243-8310-61686DBA9732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86D4E-8067-BBFB-1281-C589FB30B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D0FAC-1B94-0F10-7D55-0E5E79FCD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A9095-7E6C-9C44-A2EC-2940AE904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349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8E71EA-218B-79D7-9EDC-1CD803C8C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C9C800-700A-9A9B-0B99-F66DE1A7E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6BE1B-15A6-2DE5-8D7A-54298D42B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8AA1E-889A-C243-8310-61686DBA9732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A1E62-73D0-3521-0C54-BA92EA432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9945D-1432-D214-83C2-23372B6CE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A9095-7E6C-9C44-A2EC-2940AE904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23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6BE9E8-B0B0-F282-09AF-3E9F84B70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01D1C-D325-2EE0-9C9D-B5C838EFA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AD7C7-2279-F484-090B-4A12CB69CF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8AA1E-889A-C243-8310-61686DBA9732}" type="datetimeFigureOut">
              <a:rPr lang="en-US" smtClean="0"/>
              <a:t>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69F8A-A539-3B79-BD4A-60030AE89F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0736C-A7A8-928F-DE71-6893FFCA6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A9095-7E6C-9C44-A2EC-2940AE904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9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A5135-E208-4B8C-1DAF-9508563662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C8E961-84CB-D719-610F-78DE35B750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FB602C-7778-4B87-C4CE-7A2561804945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26681395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6544501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398412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595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737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888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6410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alokuc123@gmail.com</dc:creator>
  <cp:lastModifiedBy>alokuc123@gmail.com</cp:lastModifiedBy>
  <cp:revision>1</cp:revision>
  <dcterms:created xsi:type="dcterms:W3CDTF">2024-01-15T16:27:07Z</dcterms:created>
  <dcterms:modified xsi:type="dcterms:W3CDTF">2024-01-15T16:28:16Z</dcterms:modified>
</cp:coreProperties>
</file>