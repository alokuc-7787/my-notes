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 /><Relationship Id="rId7" Type="http://schemas.microsoft.com/office/2016/11/relationships/changesInfo" Target="changesInfos/changesInfo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Relationship Id="rId4" Type="http://schemas.openxmlformats.org/officeDocument/2006/relationships/viewProps" Target="viewProps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okuc123@gmail.com" userId="ae804504f61fd2c4" providerId="LiveId" clId="{6C6C0D11-A74E-0046-8201-237E732FD115}"/>
    <pc:docChg chg="custSel modSld">
      <pc:chgData name="alokuc123@gmail.com" userId="ae804504f61fd2c4" providerId="LiveId" clId="{6C6C0D11-A74E-0046-8201-237E732FD115}" dt="2024-01-10T09:36:31.648" v="0" actId="21"/>
      <pc:docMkLst>
        <pc:docMk/>
      </pc:docMkLst>
      <pc:sldChg chg="delSp">
        <pc:chgData name="alokuc123@gmail.com" userId="ae804504f61fd2c4" providerId="LiveId" clId="{6C6C0D11-A74E-0046-8201-237E732FD115}" dt="2024-01-10T09:36:31.648" v="0" actId="21"/>
        <pc:sldMkLst>
          <pc:docMk/>
          <pc:sldMk cId="1632438702" sldId="256"/>
        </pc:sldMkLst>
        <pc:spChg chg="del">
          <ac:chgData name="alokuc123@gmail.com" userId="ae804504f61fd2c4" providerId="LiveId" clId="{6C6C0D11-A74E-0046-8201-237E732FD115}" dt="2024-01-10T09:36:31.648" v="0" actId="21"/>
          <ac:spMkLst>
            <pc:docMk/>
            <pc:sldMk cId="1632438702" sldId="256"/>
            <ac:spMk id="2" creationId="{249CBD78-5120-7ECD-A52E-0E5FB1848B9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251A6-5187-F1E1-91D7-247B9C583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8454B5-F1E0-CA67-88D5-51E7810E4C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CC907-8057-F349-03BA-C2FB3E523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97CF8-B747-A649-A157-3383C8352EFF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910ED-8D5C-9A28-38AE-A0E4EC146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238D8-D073-694E-D82C-9F3791C9F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C555-0157-9441-AF9D-8CA4BA58AA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691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DD09E-EAFC-E0ED-2A05-FF946DF8A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B68EA-2B8B-0E6F-13C9-BD051B8F8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A0C12-D1DD-F508-5F51-5C576AA75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97CF8-B747-A649-A157-3383C8352EFF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AFD9F-1E0F-A9D0-C750-BDCA5FFA6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C31D2-0E25-2FA4-3A62-2F1724820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C555-0157-9441-AF9D-8CA4BA58AA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806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3B05F-768C-922F-1D8D-705FC7A78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5F4A66-C6A7-3A57-3F35-AC5AA91450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719F7-DE78-1A60-8D71-B52BEB4A5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97CF8-B747-A649-A157-3383C8352EFF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8A53C-C29D-BB77-64E5-B8A551327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1441F-7312-1B1C-F2A9-C8EC0DDB9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C555-0157-9441-AF9D-8CA4BA58AA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792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A9847-7010-1A07-8B84-3483C1FFA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DC197-2F54-7AE4-D93D-4E6D8A49F5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36E883-89C1-F4E1-C8EB-7A5AC7094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2FBDC-DFA0-0453-D5D6-E874321D3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97CF8-B747-A649-A157-3383C8352EFF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D76F0-FD62-7177-31D5-5BB4E2620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8C6E5C-8520-ED8C-6207-07775CA6C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C555-0157-9441-AF9D-8CA4BA58AA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260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DDC0F-8EB0-4E3F-F700-0FE9B68D0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9AE835-1E73-7F88-D90A-316D91578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84949-DD34-52B1-A743-A9604F665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B45695-A233-BA76-2F84-FA917A6E64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CA1F3F-25B1-D8E1-C2B1-9CCC5047DD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63ACD6-6087-842C-0985-6CADBA611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97CF8-B747-A649-A157-3383C8352EFF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924782-E16B-2002-5F20-B58DB667C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845251-426C-39FE-F81F-26707943C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C555-0157-9441-AF9D-8CA4BA58AA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160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4B95E-361C-4C2C-0F5F-31E0F5399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4EA8E0-CC20-5D4E-F766-C8A38EC34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97CF8-B747-A649-A157-3383C8352EFF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3840FE-7BB8-867C-4D88-E2705CE27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7756BC-4D08-32B1-EFA4-463D975BD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C555-0157-9441-AF9D-8CA4BA58AA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65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D21159-0FB3-0A04-F424-D12938FFF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97CF8-B747-A649-A157-3383C8352EFF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E299A4-7C5D-9A29-A7DE-05AF686D7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223E5-D273-E2D5-1792-7BAADED7C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C555-0157-9441-AF9D-8CA4BA58AA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252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6556E-687B-C280-CC10-17E86AF7B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42C1A-99C5-D9F7-F7B7-136B1BBC5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ED1C22-3E4D-C730-7021-3D68D4B5A9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6098F-DF51-FCC8-040F-9AEC4B42F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97CF8-B747-A649-A157-3383C8352EFF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C3221-C330-911D-84E6-5D1DE2623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F0DD44-3130-F11F-E4EF-7742F6B5C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C555-0157-9441-AF9D-8CA4BA58AA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824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C2835-CBB5-26D7-FEEE-ED25757FB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277F3B-2901-2045-224B-DCE5A920BA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9E368-7F2F-1017-D28E-C721C61061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1253F8-A0A8-4C3D-F963-781C01538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97CF8-B747-A649-A157-3383C8352EFF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F8E036-078E-A24F-F695-99424EA59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4CD960-A79C-D766-A09C-3C66C0F0E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C555-0157-9441-AF9D-8CA4BA58AA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1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CF1F1-2FE0-F872-0EB3-083C13DCC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6DFA90-DF67-70CA-EA8D-8EDF1057F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FDE19-07DF-BBB8-9B04-B2694FF1E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97CF8-B747-A649-A157-3383C8352EFF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9842E-8ABB-BB59-6452-4EA2589CA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938A8-2BC4-2493-55C2-E5B4D5120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C555-0157-9441-AF9D-8CA4BA58AA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951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05C74C-1578-C264-F29F-39AE6E7DC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9769EF-335C-74E5-C746-9970C0DD10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80B8A-C152-4421-6AE3-907BB4737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97CF8-B747-A649-A157-3383C8352EFF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729EE-8F08-F85D-2754-7AAD0230B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A78E2-62B7-06BC-FF96-51896855A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C555-0157-9441-AF9D-8CA4BA58AA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346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E22568-57DA-7099-24FC-26307D6C7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35604-BD95-3913-B45D-6BD971CEA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6D227-32CB-153B-A2B7-06A35C2F8C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597CF8-B747-A649-A157-3383C8352EFF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41380-9E0E-6944-462E-07A8268664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47ED7-D002-3204-3017-F0F2A8DF4D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6C555-0157-9441-AF9D-8CA4BA58AA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981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EA20C0-0761-9113-F83A-51C8B92646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43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alokuc123@gmail.com</dc:creator>
  <cp:lastModifiedBy>alokuc123@gmail.com</cp:lastModifiedBy>
  <cp:revision>1</cp:revision>
  <dcterms:created xsi:type="dcterms:W3CDTF">2024-01-10T09:36:24Z</dcterms:created>
  <dcterms:modified xsi:type="dcterms:W3CDTF">2024-01-10T09:36:41Z</dcterms:modified>
</cp:coreProperties>
</file>